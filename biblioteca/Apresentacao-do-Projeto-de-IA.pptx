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13.png" ContentType="image/png"/>
  <Override PartName="/ppt/media/image8.svg" ContentType="image/svg"/>
  <Override PartName="/ppt/media/image12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mover o slide</a:t>
            </a: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1FEC1A6-8901-4A38-A0F3-7C98D52A6071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74F7EA-CC7A-4A78-ACB4-0BA16E23A6EC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AA14F0-5560-4311-BEDE-C812903395B9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formato do texto do título</a:t>
            </a: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 Light"/>
              </a:rPr>
              <a:t>Clique para editar o formato do texto do título</a:t>
            </a:r>
            <a:endParaRPr b="0" lang="pt-B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152280" y="1132920"/>
            <a:ext cx="8838720" cy="287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4763">
            <a:solidFill>
              <a:srgbClr val="e5e0df"/>
            </a:solidFill>
            <a:round/>
          </a:ln>
          <a:effectLst>
            <a:outerShdw algn="bl" blurRad="44280" dir="5400000" dist="29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5676840" y="1132920"/>
            <a:ext cx="3314520" cy="2877480"/>
          </a:xfrm>
          <a:prstGeom prst="rect">
            <a:avLst/>
          </a:prstGeom>
          <a:ln w="0">
            <a:noFill/>
          </a:ln>
        </p:spPr>
      </p:pic>
      <p:sp>
        <p:nvSpPr>
          <p:cNvPr id="14" name="Text 1"/>
          <p:cNvSpPr/>
          <p:nvPr/>
        </p:nvSpPr>
        <p:spPr>
          <a:xfrm>
            <a:off x="734760" y="2013480"/>
            <a:ext cx="43592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951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4d2de9"/>
                </a:solidFill>
                <a:latin typeface="Varela Round Bold"/>
                <a:ea typeface="Varela Round Bold"/>
              </a:rPr>
              <a:t>Apresentação do Projeto de IA</a:t>
            </a:r>
            <a:endParaRPr b="0" lang="pt-BR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32160" y="2568240"/>
            <a:ext cx="45648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5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0000"/>
                </a:solidFill>
                <a:latin typeface="Nunito Sans"/>
                <a:ea typeface="Nunito Sans"/>
              </a:rPr>
              <a:t>Modelo de um Slide — Pós-Graduação em Inteligência Artificial Aplicada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1074240" y="2894760"/>
            <a:ext cx="855000" cy="234360"/>
          </a:xfrm>
          <a:prstGeom prst="roundRect">
            <a:avLst>
              <a:gd name="adj" fmla="val 17156"/>
            </a:avLst>
          </a:prstGeom>
          <a:noFill/>
          <a:ln w="4763">
            <a:solidFill>
              <a:srgbClr val="5a2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1150560" y="2935440"/>
            <a:ext cx="701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5a2eff"/>
                </a:solidFill>
                <a:latin typeface="Nunito Sans"/>
                <a:ea typeface="Nunito Sans"/>
              </a:rPr>
              <a:t>PROJETO FINAL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1989360" y="2894760"/>
            <a:ext cx="1166760" cy="234360"/>
          </a:xfrm>
          <a:prstGeom prst="roundRect">
            <a:avLst>
              <a:gd name="adj" fmla="val 17156"/>
            </a:avLst>
          </a:prstGeom>
          <a:noFill/>
          <a:ln w="4763">
            <a:solidFill>
              <a:srgbClr val="5a2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2066040" y="2935440"/>
            <a:ext cx="1013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5a2eff"/>
                </a:solidFill>
                <a:latin typeface="Nunito Sans"/>
                <a:ea typeface="Nunito Sans"/>
              </a:rPr>
              <a:t>ESTRUTURA CONCISA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3216240" y="2894760"/>
            <a:ext cx="1538640" cy="234360"/>
          </a:xfrm>
          <a:prstGeom prst="roundRect">
            <a:avLst>
              <a:gd name="adj" fmla="val 17156"/>
            </a:avLst>
          </a:prstGeom>
          <a:noFill/>
          <a:ln w="4763">
            <a:solidFill>
              <a:srgbClr val="5a2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3292920" y="2935440"/>
            <a:ext cx="1385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9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5a2eff"/>
                </a:solidFill>
                <a:latin typeface="Nunito Sans"/>
                <a:ea typeface="Nunito Sans"/>
              </a:rPr>
              <a:t>PENSAMENTO ESTRUTURADO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566640" y="167760"/>
            <a:ext cx="8010000" cy="4807440"/>
          </a:xfrm>
          <a:prstGeom prst="roundRect">
            <a:avLst>
              <a:gd name="adj" fmla="val 1627"/>
            </a:avLst>
          </a:prstGeom>
          <a:solidFill>
            <a:srgbClr val="ffffff"/>
          </a:solidFill>
          <a:ln w="4763">
            <a:solidFill>
              <a:srgbClr val="e5e0df"/>
            </a:solidFill>
            <a:round/>
          </a:ln>
          <a:effectLst>
            <a:outerShdw algn="bl" blurRad="40680" dir="5400000" dist="2664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2892240" y="466560"/>
            <a:ext cx="3359160" cy="3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4d2de9"/>
                </a:solidFill>
                <a:latin typeface="Varela Round Bold"/>
                <a:ea typeface="Varela Round Bold"/>
              </a:rPr>
              <a:t>Estrutura do Projeto de IA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001520" y="1002960"/>
            <a:ext cx="714096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301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Utilize as cinco seções abaixo para apresentar seu projeto final de forma clara, objetiva e academicamente rigorosa. Cada seção deve ser preenchida com tópicos concisos de no máximo 2 a 3 linhas.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1001520" y="1445040"/>
            <a:ext cx="2314440" cy="1376640"/>
          </a:xfrm>
          <a:prstGeom prst="roundRect">
            <a:avLst>
              <a:gd name="adj" fmla="val 3314"/>
            </a:avLst>
          </a:prstGeom>
          <a:solidFill>
            <a:srgbClr val="d7ccff"/>
          </a:solidFill>
          <a:ln w="4763">
            <a:solidFill>
              <a:srgbClr val="bdb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1114920" y="1558440"/>
            <a:ext cx="325800" cy="325800"/>
          </a:xfrm>
          <a:prstGeom prst="roundRect">
            <a:avLst>
              <a:gd name="adj" fmla="val 17528492"/>
            </a:avLst>
          </a:prstGeom>
          <a:solidFill>
            <a:srgbClr val="5a2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204560" y="1648080"/>
            <a:ext cx="146160" cy="146160"/>
          </a:xfrm>
          <a:prstGeom prst="rect">
            <a:avLst/>
          </a:prstGeom>
          <a:ln w="0">
            <a:noFill/>
          </a:ln>
        </p:spPr>
      </p:pic>
      <p:sp>
        <p:nvSpPr>
          <p:cNvPr id="28" name="Text 5"/>
          <p:cNvSpPr/>
          <p:nvPr/>
        </p:nvSpPr>
        <p:spPr>
          <a:xfrm>
            <a:off x="1114920" y="1982880"/>
            <a:ext cx="1357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Varela Round Bold"/>
                <a:ea typeface="Varela Round Bold"/>
              </a:rPr>
              <a:t>Problema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114920" y="2211840"/>
            <a:ext cx="208764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Qual problema do mundo real está sendo resolvido? Descreva o contexto, a lacuna existente e por que ele é relevante.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3414600" y="1445040"/>
            <a:ext cx="2314440" cy="1376640"/>
          </a:xfrm>
          <a:prstGeom prst="roundRect">
            <a:avLst>
              <a:gd name="adj" fmla="val 3314"/>
            </a:avLst>
          </a:prstGeom>
          <a:solidFill>
            <a:srgbClr val="d7ccff"/>
          </a:solidFill>
          <a:ln w="4763">
            <a:solidFill>
              <a:srgbClr val="bdb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3528000" y="1558440"/>
            <a:ext cx="325800" cy="325800"/>
          </a:xfrm>
          <a:prstGeom prst="roundRect">
            <a:avLst>
              <a:gd name="adj" fmla="val 17528492"/>
            </a:avLst>
          </a:prstGeom>
          <a:solidFill>
            <a:srgbClr val="5a2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17640" y="1648080"/>
            <a:ext cx="146160" cy="146160"/>
          </a:xfrm>
          <a:prstGeom prst="rect">
            <a:avLst/>
          </a:prstGeom>
          <a:ln w="0">
            <a:noFill/>
          </a:ln>
        </p:spPr>
      </p:pic>
      <p:sp>
        <p:nvSpPr>
          <p:cNvPr id="33" name="Text 9"/>
          <p:cNvSpPr/>
          <p:nvPr/>
        </p:nvSpPr>
        <p:spPr>
          <a:xfrm>
            <a:off x="3528000" y="1982880"/>
            <a:ext cx="1357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Varela Round Bold"/>
                <a:ea typeface="Varela Round Bold"/>
              </a:rPr>
              <a:t>Abordagem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3528000" y="2211840"/>
            <a:ext cx="208764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Como o problema foi tratado? Indique o modelo, algoritmo ou método utilizado e a lógica por trás da escolha.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5827680" y="1445040"/>
            <a:ext cx="2314440" cy="1376640"/>
          </a:xfrm>
          <a:prstGeom prst="roundRect">
            <a:avLst>
              <a:gd name="adj" fmla="val 3314"/>
            </a:avLst>
          </a:prstGeom>
          <a:solidFill>
            <a:srgbClr val="d7ccff"/>
          </a:solidFill>
          <a:ln w="4763">
            <a:solidFill>
              <a:srgbClr val="bdb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5941080" y="1558440"/>
            <a:ext cx="325800" cy="325800"/>
          </a:xfrm>
          <a:prstGeom prst="roundRect">
            <a:avLst>
              <a:gd name="adj" fmla="val 17528492"/>
            </a:avLst>
          </a:prstGeom>
          <a:solidFill>
            <a:srgbClr val="5a2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030720" y="1648080"/>
            <a:ext cx="146160" cy="146160"/>
          </a:xfrm>
          <a:prstGeom prst="rect">
            <a:avLst/>
          </a:prstGeom>
          <a:ln w="0">
            <a:noFill/>
          </a:ln>
        </p:spPr>
      </p:pic>
      <p:sp>
        <p:nvSpPr>
          <p:cNvPr id="38" name="Text 13"/>
          <p:cNvSpPr/>
          <p:nvPr/>
        </p:nvSpPr>
        <p:spPr>
          <a:xfrm>
            <a:off x="5941080" y="1982880"/>
            <a:ext cx="1357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Varela Round Bold"/>
                <a:ea typeface="Varela Round Bold"/>
              </a:rPr>
              <a:t>Solução / Resultado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5941080" y="2211840"/>
            <a:ext cx="208764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O que foi construído ou proposto? Destaque o artefato entregue, as métricas de desempenho e os resultados obtidos.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1001520" y="2920680"/>
            <a:ext cx="3521160" cy="1211040"/>
          </a:xfrm>
          <a:prstGeom prst="roundRect">
            <a:avLst>
              <a:gd name="adj" fmla="val 3768"/>
            </a:avLst>
          </a:prstGeom>
          <a:solidFill>
            <a:srgbClr val="d7ccff"/>
          </a:solidFill>
          <a:ln w="4763">
            <a:solidFill>
              <a:srgbClr val="bdb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1114920" y="3034080"/>
            <a:ext cx="325800" cy="325800"/>
          </a:xfrm>
          <a:prstGeom prst="roundRect">
            <a:avLst>
              <a:gd name="adj" fmla="val 17528492"/>
            </a:avLst>
          </a:prstGeom>
          <a:solidFill>
            <a:srgbClr val="5a2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204560" y="3123360"/>
            <a:ext cx="146160" cy="146160"/>
          </a:xfrm>
          <a:prstGeom prst="rect">
            <a:avLst/>
          </a:prstGeom>
          <a:ln w="0">
            <a:noFill/>
          </a:ln>
        </p:spPr>
      </p:pic>
      <p:sp>
        <p:nvSpPr>
          <p:cNvPr id="43" name="Text 17"/>
          <p:cNvSpPr/>
          <p:nvPr/>
        </p:nvSpPr>
        <p:spPr>
          <a:xfrm>
            <a:off x="1114920" y="3458520"/>
            <a:ext cx="1357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Varela Round Bold"/>
                <a:ea typeface="Varela Round Bold"/>
              </a:rPr>
              <a:t>Limitações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114920" y="3687120"/>
            <a:ext cx="329400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Quais são as principais restrições ou fraquezas? Aponte vieses, escassez de dados ou desafios de generalização.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9"/>
          <p:cNvSpPr/>
          <p:nvPr/>
        </p:nvSpPr>
        <p:spPr>
          <a:xfrm>
            <a:off x="4621320" y="2920680"/>
            <a:ext cx="3521160" cy="1211040"/>
          </a:xfrm>
          <a:prstGeom prst="roundRect">
            <a:avLst>
              <a:gd name="adj" fmla="val 3768"/>
            </a:avLst>
          </a:prstGeom>
          <a:solidFill>
            <a:srgbClr val="d7ccff"/>
          </a:solidFill>
          <a:ln w="4763">
            <a:solidFill>
              <a:srgbClr val="bdb2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0"/>
          <p:cNvSpPr/>
          <p:nvPr/>
        </p:nvSpPr>
        <p:spPr>
          <a:xfrm>
            <a:off x="4734720" y="3034080"/>
            <a:ext cx="325800" cy="325800"/>
          </a:xfrm>
          <a:prstGeom prst="roundRect">
            <a:avLst>
              <a:gd name="adj" fmla="val 17528492"/>
            </a:avLst>
          </a:prstGeom>
          <a:solidFill>
            <a:srgbClr val="5a2e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824360" y="3123360"/>
            <a:ext cx="146160" cy="146160"/>
          </a:xfrm>
          <a:prstGeom prst="rect">
            <a:avLst/>
          </a:prstGeom>
          <a:ln w="0">
            <a:noFill/>
          </a:ln>
        </p:spPr>
      </p:pic>
      <p:sp>
        <p:nvSpPr>
          <p:cNvPr id="48" name="Text 21"/>
          <p:cNvSpPr/>
          <p:nvPr/>
        </p:nvSpPr>
        <p:spPr>
          <a:xfrm>
            <a:off x="4734720" y="3458520"/>
            <a:ext cx="135792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Varela Round Bold"/>
                <a:ea typeface="Varela Round Bold"/>
              </a:rPr>
              <a:t>Impacto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4734720" y="3687120"/>
            <a:ext cx="329400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Qual é o valor prático desta solução? Descreva aplicações reais, benefícios para stakeholders e potencial de escala.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1001520" y="4242600"/>
            <a:ext cx="7140960" cy="433800"/>
          </a:xfrm>
          <a:prstGeom prst="roundRect">
            <a:avLst>
              <a:gd name="adj" fmla="val 10511"/>
            </a:avLst>
          </a:prstGeom>
          <a:solidFill>
            <a:srgbClr val="b6d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5" descr="preencoded.png"/>
          <p:cNvPicPr/>
          <p:nvPr/>
        </p:nvPicPr>
        <p:blipFill>
          <a:blip r:embed="rId11"/>
          <a:stretch/>
        </p:blipFill>
        <p:spPr>
          <a:xfrm>
            <a:off x="1109880" y="4397760"/>
            <a:ext cx="135360" cy="108360"/>
          </a:xfrm>
          <a:prstGeom prst="rect">
            <a:avLst/>
          </a:prstGeom>
          <a:ln w="0">
            <a:noFill/>
          </a:ln>
        </p:spPr>
      </p:pic>
      <p:sp>
        <p:nvSpPr>
          <p:cNvPr id="52" name="Text 24"/>
          <p:cNvSpPr/>
          <p:nvPr/>
        </p:nvSpPr>
        <p:spPr>
          <a:xfrm>
            <a:off x="1354320" y="4368240"/>
            <a:ext cx="667908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💡 </a:t>
            </a:r>
            <a:r>
              <a:rPr b="1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Dica:</a:t>
            </a:r>
            <a:r>
              <a:rPr b="0" lang="en-US" sz="850" spc="-1" strike="noStrike">
                <a:solidFill>
                  <a:srgbClr val="000000"/>
                </a:solidFill>
                <a:latin typeface="Nunito Sans"/>
                <a:ea typeface="Nunito Sans"/>
              </a:rPr>
              <a:t> Mantenha cada seção em no máximo 2 a 3 tópicos curtos. Clareza e síntese são mais valorizadas do que volume de informação.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2026-05-05T13:45:01Z</dcterms:created>
  <dc:creator/>
  <dc:description/>
  <dc:language>pt-BR</dc:language>
  <cp:lastModifiedBy/>
  <dcterms:modified xsi:type="dcterms:W3CDTF">2026-05-05T10:45:21Z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(16:9)</vt:lpwstr>
  </property>
  <property fmtid="{D5CDD505-2E9C-101B-9397-08002B2CF9AE}" pid="4" name="Slides">
    <vt:i4>2</vt:i4>
  </property>
</Properties>
</file>